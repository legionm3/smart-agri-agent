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89710707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like Agriculture / Education / Healthcare / …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ea typeface="Times New Roman"/>
                <a:cs typeface="Times New Roman"/>
                <a:sym typeface="Times New Roman"/>
              </a:rPr>
              <a:t>Write your project title here</a:t>
            </a:r>
            <a:r>
              <a:rPr lang="en-US" sz="2400" b="1" dirty="0">
                <a:highlight>
                  <a:srgbClr val="FFFF00"/>
                </a:highlight>
              </a:rPr>
              <a:t>]</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US" dirty="0"/>
              <a:t>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 </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893100"/>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err="1">
                <a:highlight>
                  <a:srgbClr val="FFFF00"/>
                </a:highlight>
              </a:rPr>
              <a:t>LangFlow</a:t>
            </a:r>
            <a:r>
              <a:rPr lang="en-IN" dirty="0">
                <a:highlight>
                  <a:srgbClr val="FFFF00"/>
                </a:highlight>
              </a:rPr>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US" b="1" dirty="0" err="1"/>
              <a:t>LangFlow</a:t>
            </a:r>
            <a:r>
              <a:rPr lang="en-US" b="1" dirty="0"/>
              <a:t>,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err="1"/>
              <a:t>LangFlow</a:t>
            </a:r>
            <a:r>
              <a:rPr lang="en-US" dirty="0"/>
              <a:t>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a:t>
            </a:r>
            <a:r>
              <a:rPr lang="en-US" b="1" dirty="0">
                <a:highlight>
                  <a:srgbClr val="FFFF00"/>
                </a:highlight>
              </a:rPr>
              <a:t>File component - </a:t>
            </a:r>
            <a:r>
              <a:rPr lang="en-US" dirty="0">
                <a:highlight>
                  <a:srgbClr val="FFFF00"/>
                </a:highlight>
              </a:rPr>
              <a:t>Stores and retrieves user data, meal logs, and nutritional datasets for analysis and tracking.</a:t>
            </a:r>
          </a:p>
          <a:p>
            <a:endParaRPr lang="en-US" dirty="0"/>
          </a:p>
          <a:p>
            <a:endParaRPr lang="en-US" dirty="0"/>
          </a:p>
          <a:p>
            <a:r>
              <a:rPr lang="en-US" dirty="0"/>
              <a:t>6) </a:t>
            </a:r>
            <a:r>
              <a:rPr lang="en-US" dirty="0">
                <a:highlight>
                  <a:srgbClr val="FFFF00"/>
                </a:highlight>
              </a:rPr>
              <a:t>Add name of any other component used.</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a:blip r:embed="rId3"/>
          <a:stretch>
            <a:fillRect/>
          </a:stretch>
        </p:blipFill>
        <p:spPr>
          <a:xfrm>
            <a:off x="464439" y="1066220"/>
            <a:ext cx="11469656" cy="5544892"/>
          </a:xfrm>
          <a:prstGeom prst="rect">
            <a:avLst/>
          </a:prstGeom>
        </p:spPr>
      </p:pic>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Nutrition Agent</a:t>
            </a:r>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1158</TotalTime>
  <Words>1423</Words>
  <Application>Microsoft Office PowerPoint</Application>
  <PresentationFormat>Widescreen</PresentationFormat>
  <Paragraphs>125</Paragraphs>
  <Slides>14</Slides>
  <Notes>13</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Yogesh Raje</cp:lastModifiedBy>
  <cp:revision>21</cp:revision>
  <dcterms:created xsi:type="dcterms:W3CDTF">2025-07-08T05:06:56Z</dcterms:created>
  <dcterms:modified xsi:type="dcterms:W3CDTF">2026-04-14T04:53:39Z</dcterms:modified>
</cp:coreProperties>
</file>